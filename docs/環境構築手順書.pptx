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7" r:id="rId10"/>
    <p:sldId id="265" r:id="rId11"/>
    <p:sldId id="266" r:id="rId12"/>
    <p:sldId id="269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6A8F9-6B15-4A24-A740-506AB72359C0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75A92-3691-410E-B3D5-7C6E48FBE8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2904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75A92-3691-410E-B3D5-7C6E48FBE85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07663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113C2-30BA-4496-9E93-94AC5FA04688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3089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113C2-30BA-4496-9E93-94AC5FA04688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117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7113C2-30BA-4496-9E93-94AC5FA04688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7612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blipFill dpi="0" rotWithShape="1">
          <a:blip r:embed="rId2">
            <a:alphaModFix amt="9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000"/>
                    </a14:imgEffect>
                    <a14:imgEffect>
                      <a14:saturation sat="50000"/>
                    </a14:imgEffect>
                    <a14:imgEffect>
                      <a14:brightnessContrast bright="-3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>
            <a:extLst>
              <a:ext uri="{FF2B5EF4-FFF2-40B4-BE49-F238E27FC236}">
                <a16:creationId xmlns:a16="http://schemas.microsoft.com/office/drawing/2014/main" id="{2601FA2F-D437-7018-4356-0D43B2D0352B}"/>
              </a:ext>
            </a:extLst>
          </p:cNvPr>
          <p:cNvSpPr/>
          <p:nvPr/>
        </p:nvSpPr>
        <p:spPr>
          <a:xfrm flipH="1">
            <a:off x="7677150" y="0"/>
            <a:ext cx="4514850" cy="6858000"/>
          </a:xfrm>
          <a:prstGeom prst="rtTriangl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19852019-E32F-8D3C-B0CF-FD3862D11A94}"/>
              </a:ext>
            </a:extLst>
          </p:cNvPr>
          <p:cNvSpPr/>
          <p:nvPr/>
        </p:nvSpPr>
        <p:spPr>
          <a:xfrm flipV="1">
            <a:off x="-510988" y="-2"/>
            <a:ext cx="12702987" cy="7933765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2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ACCF4CBD-C540-C269-85BD-D60A83C01DDC}"/>
              </a:ext>
            </a:extLst>
          </p:cNvPr>
          <p:cNvSpPr/>
          <p:nvPr/>
        </p:nvSpPr>
        <p:spPr>
          <a:xfrm>
            <a:off x="1381760" y="1351280"/>
            <a:ext cx="9408160" cy="3623946"/>
          </a:xfrm>
          <a:prstGeom prst="rect">
            <a:avLst/>
          </a:prstGeom>
          <a:solidFill>
            <a:schemeClr val="accent3">
              <a:lumMod val="90000"/>
              <a:lumOff val="10000"/>
              <a:alpha val="29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80EED751-187D-9011-CCEB-6D911FA5B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28763"/>
            <a:ext cx="9144000" cy="2387600"/>
          </a:xfrm>
          <a:ln w="28575">
            <a:solidFill>
              <a:schemeClr val="bg1"/>
            </a:solidFill>
            <a:prstDash val="dash"/>
          </a:ln>
        </p:spPr>
        <p:txBody>
          <a:bodyPr anchor="ctr">
            <a:normAutofit/>
          </a:bodyPr>
          <a:lstStyle>
            <a:lvl1pPr algn="ctr">
              <a:defRPr sz="6600">
                <a:solidFill>
                  <a:schemeClr val="bg1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C3E33B-65EE-33C1-6785-B491CF54B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8438"/>
            <a:ext cx="9144000" cy="8016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D003CD4C-4C4F-1022-6EAB-2D91AEDF5828}"/>
              </a:ext>
            </a:extLst>
          </p:cNvPr>
          <p:cNvCxnSpPr>
            <a:cxnSpLocks/>
          </p:cNvCxnSpPr>
          <p:nvPr/>
        </p:nvCxnSpPr>
        <p:spPr>
          <a:xfrm rot="5400000">
            <a:off x="759460" y="1572261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48D3F1F7-1A8A-43F8-BB17-43410C5DFA5E}"/>
              </a:ext>
            </a:extLst>
          </p:cNvPr>
          <p:cNvCxnSpPr>
            <a:cxnSpLocks/>
          </p:cNvCxnSpPr>
          <p:nvPr/>
        </p:nvCxnSpPr>
        <p:spPr>
          <a:xfrm rot="16200000">
            <a:off x="9497060" y="3702369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406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21232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2621B9F-E283-D2B8-C3AB-7118FF739F12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8" name="二等辺三角形 7">
              <a:extLst>
                <a:ext uri="{FF2B5EF4-FFF2-40B4-BE49-F238E27FC236}">
                  <a16:creationId xmlns:a16="http://schemas.microsoft.com/office/drawing/2014/main" id="{90F7D239-8067-057E-0B4E-12192C78C6D2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0F2DEFBE-3111-8C95-9C5C-8B7C0839E42F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19" y="78105"/>
            <a:ext cx="925823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515600" cy="4769504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47675" indent="271463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スライド番号プレースホルダー 5">
            <a:extLst>
              <a:ext uri="{FF2B5EF4-FFF2-40B4-BE49-F238E27FC236}">
                <a16:creationId xmlns:a16="http://schemas.microsoft.com/office/drawing/2014/main" id="{F6DA2466-D83B-6D07-9FC4-8D2B03D5C369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4025F4A-6E5D-4503-B127-3F67FBD230D0}" type="slidenum">
              <a:rPr lang="ja-JP" altLang="en-US" sz="3200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25041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389529"/>
            <a:ext cx="5725160" cy="4794261"/>
          </a:xfrm>
        </p:spPr>
        <p:txBody>
          <a:bodyPr/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2D03233-F423-8726-7C5D-BB8B594C3FCD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A4C257E2-3A65-41B5-DD81-43D98F05A858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59EC8548-C1CA-D465-B6BD-C0B57D7A9AB4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66E8484-A71F-FDF0-2DA3-FB6ABFA2C21F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31CA4E5-7A05-4BE9-BEE0-2A34E4EF6809}" type="slidenum">
              <a:rPr lang="ja-JP" altLang="en-US" sz="3200" smtClean="0"/>
              <a:t>‹#›</a:t>
            </a:fld>
            <a:endParaRPr lang="ja-JP" altLang="en-US" sz="3200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5977545-16E9-6B9D-D8F4-911556503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77280" y="1389529"/>
            <a:ext cx="5725160" cy="4794261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4102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578A58C-E821-E7E9-BE84-E27A1D01B886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8FDA6D0-C1F2-C7AC-DC0F-51E8ECBC0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B53D373-E95D-6EF0-E105-BAAB64AE6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933575"/>
            <a:ext cx="5725160" cy="4250215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5CADD5-2058-7801-4255-28581F73A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682E0DB-376A-1A13-0C4F-B178F37C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CD20676-9411-5E54-7E21-AEF6E927B1BF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B9230854-2FA4-0C09-27D3-5B8E80C263CF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D086FF8F-1944-4E48-EF43-03A9FB761266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400"/>
            </a:p>
          </p:txBody>
        </p:sp>
      </p:grpSp>
      <p:sp>
        <p:nvSpPr>
          <p:cNvPr id="12" name="スライド番号プレースホルダー 5">
            <a:extLst>
              <a:ext uri="{FF2B5EF4-FFF2-40B4-BE49-F238E27FC236}">
                <a16:creationId xmlns:a16="http://schemas.microsoft.com/office/drawing/2014/main" id="{B66E8484-A71F-FDF0-2DA3-FB6ABFA2C21F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5749A5-AA34-47CE-AF23-C64A4C32C722}" type="slidenum">
              <a:rPr lang="ja-JP" altLang="en-US" sz="3200" smtClean="0"/>
              <a:t>‹#›</a:t>
            </a:fld>
            <a:endParaRPr lang="ja-JP" altLang="en-US"/>
          </a:p>
        </p:txBody>
      </p:sp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65977545-16E9-6B9D-D8F4-9115565039FC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77280" y="1933575"/>
            <a:ext cx="5725160" cy="4250215"/>
          </a:xfrm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266700" indent="-26352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 marL="542925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 marL="895350" indent="-180975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 marL="1343025" indent="-266700"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EB3BB7D9-7A9B-2769-7EBF-EAD145D8325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9560" y="1168720"/>
            <a:ext cx="5725160" cy="592295"/>
          </a:xfrm>
        </p:spPr>
        <p:txBody>
          <a:bodyPr anchor="b"/>
          <a:lstStyle>
            <a:lvl1pPr marL="0" indent="0">
              <a:buNone/>
              <a:defRPr sz="2400" b="1"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4" name="テキスト プレースホルダー 4">
            <a:extLst>
              <a:ext uri="{FF2B5EF4-FFF2-40B4-BE49-F238E27FC236}">
                <a16:creationId xmlns:a16="http://schemas.microsoft.com/office/drawing/2014/main" id="{EDBC27C4-F073-38A5-F348-654C023A4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7281" y="1168720"/>
            <a:ext cx="5725159" cy="592295"/>
          </a:xfrm>
        </p:spPr>
        <p:txBody>
          <a:bodyPr anchor="b"/>
          <a:lstStyle>
            <a:lvl1pPr marL="0" indent="0">
              <a:buNone/>
              <a:defRPr sz="2400" b="1"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64212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A0DD2C0-904F-AC59-A1AE-EBEA7F4D9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01737F8-C836-EBFE-50A1-2BC113111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90BE78-1470-F96E-3433-F2D384A4BD44}"/>
              </a:ext>
            </a:extLst>
          </p:cNvPr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0E3F967B-BA5D-BD3F-78E3-E173EA88E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720" y="78105"/>
            <a:ext cx="9278557" cy="794068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085EC09-E283-31B6-EB30-D57D87427EA2}"/>
              </a:ext>
            </a:extLst>
          </p:cNvPr>
          <p:cNvGrpSpPr/>
          <p:nvPr/>
        </p:nvGrpSpPr>
        <p:grpSpPr>
          <a:xfrm>
            <a:off x="0" y="-1588"/>
            <a:ext cx="1566041" cy="989559"/>
            <a:chOff x="0" y="0"/>
            <a:chExt cx="1538224" cy="91440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9D27D75A-2236-4FEE-2BAB-85DF92C55625}"/>
                </a:ext>
              </a:extLst>
            </p:cNvPr>
            <p:cNvSpPr/>
            <p:nvPr/>
          </p:nvSpPr>
          <p:spPr>
            <a:xfrm>
              <a:off x="477520" y="0"/>
              <a:ext cx="1060704" cy="914400"/>
            </a:xfrm>
            <a:prstGeom prst="triangle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8A69990E-DDE4-9A6C-9800-FD2635DD91C0}"/>
                </a:ext>
              </a:extLst>
            </p:cNvPr>
            <p:cNvSpPr/>
            <p:nvPr/>
          </p:nvSpPr>
          <p:spPr>
            <a:xfrm>
              <a:off x="0" y="0"/>
              <a:ext cx="1007872" cy="914400"/>
            </a:xfrm>
            <a:prstGeom prst="rect">
              <a:avLst/>
            </a:prstGeom>
            <a:grpFill/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スライド番号プレースホルダー 5">
            <a:extLst>
              <a:ext uri="{FF2B5EF4-FFF2-40B4-BE49-F238E27FC236}">
                <a16:creationId xmlns:a16="http://schemas.microsoft.com/office/drawing/2014/main" id="{10B02B1A-2A55-2738-5036-E2CC216DFBE7}"/>
              </a:ext>
            </a:extLst>
          </p:cNvPr>
          <p:cNvSpPr txBox="1">
            <a:spLocks/>
          </p:cNvSpPr>
          <p:nvPr/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99EE94-344E-43CE-BF19-C3DB806FA076}" type="slidenum">
              <a:rPr lang="ja-JP" altLang="en-US" sz="3200" smtClean="0"/>
              <a:t>‹#›</a:t>
            </a:fld>
            <a:endParaRPr lang="ja-JP" altLang="en-US" sz="3200"/>
          </a:p>
        </p:txBody>
      </p:sp>
    </p:spTree>
    <p:extLst>
      <p:ext uri="{BB962C8B-B14F-4D97-AF65-F5344CB8AC3E}">
        <p14:creationId xmlns:p14="http://schemas.microsoft.com/office/powerpoint/2010/main" val="4190560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テキストとコンテンツ">
    <p:bg>
      <p:bgPr>
        <a:solidFill>
          <a:schemeClr val="accent3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DC41C0-E560-2E86-56CB-00DB17AE79D4}"/>
              </a:ext>
            </a:extLst>
          </p:cNvPr>
          <p:cNvGrpSpPr/>
          <p:nvPr/>
        </p:nvGrpSpPr>
        <p:grpSpPr>
          <a:xfrm>
            <a:off x="5523024" y="0"/>
            <a:ext cx="6717176" cy="6858000"/>
            <a:chOff x="5199109" y="0"/>
            <a:chExt cx="6992891" cy="6858000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2EA1BB47-AE4E-5455-FB0F-8022C8E311C9}"/>
                </a:ext>
              </a:extLst>
            </p:cNvPr>
            <p:cNvSpPr/>
            <p:nvPr/>
          </p:nvSpPr>
          <p:spPr>
            <a:xfrm>
              <a:off x="5199109" y="0"/>
              <a:ext cx="6992890" cy="6858000"/>
            </a:xfrm>
            <a:prstGeom prst="triangle">
              <a:avLst>
                <a:gd name="adj" fmla="val 22257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729C0AA-76E8-E1E8-58B7-DF18195DB606}"/>
                </a:ext>
              </a:extLst>
            </p:cNvPr>
            <p:cNvSpPr/>
            <p:nvPr/>
          </p:nvSpPr>
          <p:spPr>
            <a:xfrm>
              <a:off x="6753533" y="0"/>
              <a:ext cx="543846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9" name="図 18">
            <a:extLst>
              <a:ext uri="{FF2B5EF4-FFF2-40B4-BE49-F238E27FC236}">
                <a16:creationId xmlns:a16="http://schemas.microsoft.com/office/drawing/2014/main" id="{A4271767-DCBC-EF13-8630-31324192D7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23392">
            <a:off x="-1395970" y="4408514"/>
            <a:ext cx="4762500" cy="286702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792B282-AA92-7B8C-0078-A0B1DF19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861"/>
            <a:ext cx="5840392" cy="132543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E1712E-F28A-7CC7-F9E3-A704DFE4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9BDC0D-2604-DBCB-627D-A1AA2845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9D46F1-5992-3B6B-2693-D82A97CE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E1316-1005-4CFB-BF88-DE449C19527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70BF728D-C950-8614-C0A0-EB9C390004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2141538"/>
            <a:ext cx="5840391" cy="3940958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solidFill>
                  <a:schemeClr val="bg1"/>
                </a:solidFill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0C35F8CC-0AC9-2A20-8247-A8819709B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535" y="-702496"/>
            <a:ext cx="4409410" cy="4310198"/>
          </a:xfrm>
          <a:prstGeom prst="rect">
            <a:avLst/>
          </a:prstGeom>
        </p:spPr>
      </p:pic>
      <p:sp>
        <p:nvSpPr>
          <p:cNvPr id="12" name="コンテンツ プレースホルダー 11">
            <a:extLst>
              <a:ext uri="{FF2B5EF4-FFF2-40B4-BE49-F238E27FC236}">
                <a16:creationId xmlns:a16="http://schemas.microsoft.com/office/drawing/2014/main" id="{B1E17FCC-FAD5-78F0-76F3-BD4CEA9E206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16158" y="520861"/>
            <a:ext cx="4337641" cy="5561635"/>
          </a:xfrm>
          <a:solidFill>
            <a:srgbClr val="E1D4C2">
              <a:alpha val="56000"/>
            </a:srgbClr>
          </a:solidFill>
        </p:spPr>
        <p:txBody>
          <a:bodyPr>
            <a:noAutofit/>
          </a:bodyPr>
          <a:lstStyle>
            <a:lvl1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1pPr>
            <a:lvl2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2pPr>
            <a:lvl3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3pPr>
            <a:lvl4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4pPr>
            <a:lvl5pPr>
              <a:defRPr>
                <a:latin typeface="Noto Sans JP" panose="020B0200000000000000" pitchFamily="50" charset="-128"/>
                <a:ea typeface="Noto Sans JP" panose="020B0200000000000000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09941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切替1">
    <p:bg>
      <p:bgPr>
        <a:solidFill>
          <a:schemeClr val="accent3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>
            <a:extLst>
              <a:ext uri="{FF2B5EF4-FFF2-40B4-BE49-F238E27FC236}">
                <a16:creationId xmlns:a16="http://schemas.microsoft.com/office/drawing/2014/main" id="{85C53A25-DC8F-BEEC-FBAA-0111DEDA69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723392">
            <a:off x="-1395970" y="4408514"/>
            <a:ext cx="4762500" cy="2867025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9ADC41C0-E560-2E86-56CB-00DB17AE79D4}"/>
              </a:ext>
            </a:extLst>
          </p:cNvPr>
          <p:cNvGrpSpPr/>
          <p:nvPr/>
        </p:nvGrpSpPr>
        <p:grpSpPr>
          <a:xfrm>
            <a:off x="5474824" y="0"/>
            <a:ext cx="6717176" cy="6858000"/>
            <a:chOff x="5199109" y="0"/>
            <a:chExt cx="6992891" cy="6858000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2EA1BB47-AE4E-5455-FB0F-8022C8E311C9}"/>
                </a:ext>
              </a:extLst>
            </p:cNvPr>
            <p:cNvSpPr/>
            <p:nvPr/>
          </p:nvSpPr>
          <p:spPr>
            <a:xfrm>
              <a:off x="5199109" y="0"/>
              <a:ext cx="6992890" cy="6858000"/>
            </a:xfrm>
            <a:prstGeom prst="triangle">
              <a:avLst>
                <a:gd name="adj" fmla="val 22257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8729C0AA-76E8-E1E8-58B7-DF18195DB606}"/>
                </a:ext>
              </a:extLst>
            </p:cNvPr>
            <p:cNvSpPr/>
            <p:nvPr/>
          </p:nvSpPr>
          <p:spPr>
            <a:xfrm>
              <a:off x="6753533" y="0"/>
              <a:ext cx="5438467" cy="68580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pic>
        <p:nvPicPr>
          <p:cNvPr id="11" name="図 10">
            <a:extLst>
              <a:ext uri="{FF2B5EF4-FFF2-40B4-BE49-F238E27FC236}">
                <a16:creationId xmlns:a16="http://schemas.microsoft.com/office/drawing/2014/main" id="{05DF078F-B568-CF77-7AEE-38E89A9A17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1535" y="-702496"/>
            <a:ext cx="4409410" cy="4310198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2792B282-AA92-7B8C-0078-A0B1DF195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6160"/>
            <a:ext cx="10515600" cy="2490993"/>
          </a:xfrm>
          <a:prstGeom prst="flowChartAlternateProcess">
            <a:avLst/>
          </a:prstGeom>
          <a:solidFill>
            <a:schemeClr val="accent3">
              <a:alpha val="40000"/>
            </a:schemeClr>
          </a:solidFill>
          <a:ln w="76200">
            <a:solidFill>
              <a:schemeClr val="bg1"/>
            </a:solidFill>
          </a:ln>
          <a:effectLst>
            <a:softEdge rad="63500"/>
          </a:effectLst>
        </p:spPr>
        <p:txBody>
          <a:bodyPr>
            <a:noAutofit/>
          </a:bodyPr>
          <a:lstStyle>
            <a:lvl1pPr algn="ctr">
              <a:defRPr sz="7200">
                <a:solidFill>
                  <a:schemeClr val="bg1"/>
                </a:solidFill>
                <a:latin typeface="Shippori Mincho" panose="00000500000000000000" pitchFamily="2" charset="-128"/>
                <a:ea typeface="Shippori Mincho" panose="00000500000000000000" pitchFamily="2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7E1712E-F28A-7CC7-F9E3-A704DFE42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89BDC0D-2604-DBCB-627D-A1AA2845C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9D46F1-5992-3B6B-2693-D82A97CEF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E1316-1005-4CFB-BF88-DE449C19527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96A83FB9-39FE-EE5B-1269-A5B8E375DD39}"/>
              </a:ext>
            </a:extLst>
          </p:cNvPr>
          <p:cNvCxnSpPr>
            <a:cxnSpLocks/>
          </p:cNvCxnSpPr>
          <p:nvPr/>
        </p:nvCxnSpPr>
        <p:spPr>
          <a:xfrm rot="5400000">
            <a:off x="45480" y="2250754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C16553EE-2CD3-236F-0CBE-97EE3C5343E0}"/>
              </a:ext>
            </a:extLst>
          </p:cNvPr>
          <p:cNvCxnSpPr>
            <a:cxnSpLocks/>
          </p:cNvCxnSpPr>
          <p:nvPr/>
        </p:nvCxnSpPr>
        <p:spPr>
          <a:xfrm rot="16200000">
            <a:off x="10231120" y="3614962"/>
            <a:ext cx="1879600" cy="1021080"/>
          </a:xfrm>
          <a:prstGeom prst="bentConnector3">
            <a:avLst>
              <a:gd name="adj1" fmla="val -270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172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8EF71D1-17E9-9225-C0A0-83D05F52A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6F861F2-D565-E8D7-04B9-36E810142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F0F8BAE-0C2D-2CF2-2A9A-10D50854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E1316-1005-4CFB-BF88-DE449C1952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301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無地レイアウト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51D9FF2-6360-5852-F24D-0A32AB1E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D6CC3E3-1B8C-3FF1-A80A-F5BD7123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C701911-512C-C3D5-DA07-4A28F1ECF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E1316-1005-4CFB-BF88-DE449C1952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441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DB0D1D-6DCB-5096-DDB1-B00F4F93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8A1A73-F16D-9346-7DE9-030CBC5F3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DF4492-6C13-E3CA-766C-1F3FBF40F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2C78F2-5AFB-40A7-9753-29DBA5C82EC1}" type="datetimeFigureOut">
              <a:rPr kumimoji="1" lang="ja-JP" altLang="en-US" smtClean="0"/>
              <a:t>2026/10/19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4241AE-35BE-C3D2-DC84-11481A64C1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157B60-986C-438D-A1FE-5B5F64D4AC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E1316-1005-4CFB-BF88-DE449C1952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49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17938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630238" algn="l"/>
        </a:tabLst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ja-jp/get-started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naeProject/CFMS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9E53B4-683A-C702-FF88-A722052264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環境構築手順書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9CA002A-F85D-27EF-058F-52B34E1F46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33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FC7F6D-E43A-1018-D182-AE16CCE8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システム概要図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56D7C74-E3C9-E268-4E62-D848DA995FA1}"/>
              </a:ext>
            </a:extLst>
          </p:cNvPr>
          <p:cNvSpPr/>
          <p:nvPr/>
        </p:nvSpPr>
        <p:spPr>
          <a:xfrm>
            <a:off x="1243051" y="1841810"/>
            <a:ext cx="4231423" cy="3791414"/>
          </a:xfrm>
          <a:prstGeom prst="roundRect">
            <a:avLst/>
          </a:prstGeom>
          <a:ln w="76200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BB71757-4D18-E051-3D12-AEEDBEEEFFB1}"/>
              </a:ext>
            </a:extLst>
          </p:cNvPr>
          <p:cNvSpPr/>
          <p:nvPr/>
        </p:nvSpPr>
        <p:spPr>
          <a:xfrm>
            <a:off x="6717525" y="1246596"/>
            <a:ext cx="4231423" cy="4386628"/>
          </a:xfrm>
          <a:prstGeom prst="roundRect">
            <a:avLst/>
          </a:prstGeom>
          <a:ln w="762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グラフィックス 8" descr="インターネット 単色塗りつぶし">
            <a:extLst>
              <a:ext uri="{FF2B5EF4-FFF2-40B4-BE49-F238E27FC236}">
                <a16:creationId xmlns:a16="http://schemas.microsoft.com/office/drawing/2014/main" id="{473CD32C-828A-837A-6BB7-770CCE325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1566" y="1662024"/>
            <a:ext cx="1981200" cy="1981200"/>
          </a:xfrm>
          <a:prstGeom prst="rect">
            <a:avLst/>
          </a:prstGeom>
        </p:spPr>
      </p:pic>
      <p:pic>
        <p:nvPicPr>
          <p:cNvPr id="13" name="グラフィックス 12" descr="ユーザー 枠線">
            <a:extLst>
              <a:ext uri="{FF2B5EF4-FFF2-40B4-BE49-F238E27FC236}">
                <a16:creationId xmlns:a16="http://schemas.microsoft.com/office/drawing/2014/main" id="{CC64F475-C9D1-3A0B-0735-860C1B30B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6726" y="4556899"/>
            <a:ext cx="2152650" cy="2152650"/>
          </a:xfrm>
          <a:prstGeom prst="rect">
            <a:avLst/>
          </a:prstGeom>
        </p:spPr>
      </p:pic>
      <p:pic>
        <p:nvPicPr>
          <p:cNvPr id="15" name="グラフィックス 14" descr="データベース 枠線">
            <a:extLst>
              <a:ext uri="{FF2B5EF4-FFF2-40B4-BE49-F238E27FC236}">
                <a16:creationId xmlns:a16="http://schemas.microsoft.com/office/drawing/2014/main" id="{DA62CA0A-9E00-492A-9B4B-6EEC3E1F87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7423" y="4861698"/>
            <a:ext cx="1847851" cy="1847851"/>
          </a:xfrm>
          <a:prstGeom prst="rect">
            <a:avLst/>
          </a:prstGeom>
        </p:spPr>
      </p:pic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39B05465-692E-0B93-B062-E6610402E371}"/>
              </a:ext>
            </a:extLst>
          </p:cNvPr>
          <p:cNvSpPr/>
          <p:nvPr/>
        </p:nvSpPr>
        <p:spPr>
          <a:xfrm>
            <a:off x="7125404" y="2217235"/>
            <a:ext cx="3415663" cy="3117463"/>
          </a:xfrm>
          <a:prstGeom prst="roundRec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22" name="グラフィックス 21">
            <a:extLst>
              <a:ext uri="{FF2B5EF4-FFF2-40B4-BE49-F238E27FC236}">
                <a16:creationId xmlns:a16="http://schemas.microsoft.com/office/drawing/2014/main" id="{EA50B0D5-89ED-E765-3103-FD28D14ED9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86623" y="1450503"/>
            <a:ext cx="2962277" cy="635112"/>
          </a:xfrm>
          <a:prstGeom prst="rect">
            <a:avLst/>
          </a:prstGeom>
        </p:spPr>
      </p:pic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42DD9504-A70F-904A-9918-702961BF7FFF}"/>
              </a:ext>
            </a:extLst>
          </p:cNvPr>
          <p:cNvGrpSpPr/>
          <p:nvPr/>
        </p:nvGrpSpPr>
        <p:grpSpPr>
          <a:xfrm>
            <a:off x="7149883" y="3102363"/>
            <a:ext cx="3280897" cy="1384912"/>
            <a:chOff x="4171031" y="5429390"/>
            <a:chExt cx="3280897" cy="1384912"/>
          </a:xfrm>
        </p:grpSpPr>
        <p:pic>
          <p:nvPicPr>
            <p:cNvPr id="24" name="グラフィックス 23" descr="サーバー 枠線">
              <a:extLst>
                <a:ext uri="{FF2B5EF4-FFF2-40B4-BE49-F238E27FC236}">
                  <a16:creationId xmlns:a16="http://schemas.microsoft.com/office/drawing/2014/main" id="{6476F375-6635-A778-8145-0399C98E488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171031" y="5429390"/>
              <a:ext cx="1384912" cy="1384912"/>
            </a:xfrm>
            <a:prstGeom prst="rect">
              <a:avLst/>
            </a:prstGeom>
          </p:spPr>
        </p:pic>
        <p:pic>
          <p:nvPicPr>
            <p:cNvPr id="26" name="グラフィックス 25" descr="サーバー 枠線">
              <a:extLst>
                <a:ext uri="{FF2B5EF4-FFF2-40B4-BE49-F238E27FC236}">
                  <a16:creationId xmlns:a16="http://schemas.microsoft.com/office/drawing/2014/main" id="{9E250BEC-15F5-98B0-11E2-6A1C4122A1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120224" y="5429390"/>
              <a:ext cx="1384912" cy="1384912"/>
            </a:xfrm>
            <a:prstGeom prst="rect">
              <a:avLst/>
            </a:prstGeom>
          </p:spPr>
        </p:pic>
        <p:pic>
          <p:nvPicPr>
            <p:cNvPr id="28" name="グラフィックス 27" descr="サーバー 枠線">
              <a:extLst>
                <a:ext uri="{FF2B5EF4-FFF2-40B4-BE49-F238E27FC236}">
                  <a16:creationId xmlns:a16="http://schemas.microsoft.com/office/drawing/2014/main" id="{16B116BF-FB12-0EE4-C7EF-2343F42C6D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067016" y="5429390"/>
              <a:ext cx="1384912" cy="1384912"/>
            </a:xfrm>
            <a:prstGeom prst="rect">
              <a:avLst/>
            </a:prstGeom>
          </p:spPr>
        </p:pic>
      </p:grp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564E896-4B02-2E82-D3FD-A52813FF24F8}"/>
              </a:ext>
            </a:extLst>
          </p:cNvPr>
          <p:cNvSpPr txBox="1"/>
          <p:nvPr/>
        </p:nvSpPr>
        <p:spPr>
          <a:xfrm>
            <a:off x="7455371" y="4402969"/>
            <a:ext cx="1688107" cy="715089"/>
          </a:xfrm>
          <a:prstGeom prst="wedgeRoundRectCallout">
            <a:avLst>
              <a:gd name="adj1" fmla="val -22526"/>
              <a:gd name="adj2" fmla="val -105332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フロントエンド</a:t>
            </a:r>
            <a:endParaRPr kumimoji="1" lang="en-US" altLang="ja-JP" dirty="0"/>
          </a:p>
          <a:p>
            <a:r>
              <a:rPr kumimoji="1" lang="ja-JP" altLang="en-US" dirty="0"/>
              <a:t>コンテナ</a:t>
            </a:r>
            <a:r>
              <a:rPr kumimoji="1" lang="en-US" altLang="ja-JP" dirty="0"/>
              <a:t> 80</a:t>
            </a:r>
            <a:r>
              <a:rPr kumimoji="1" lang="ja-JP" altLang="en-US" dirty="0"/>
              <a:t>番</a:t>
            </a:r>
            <a:endParaRPr kumimoji="1" lang="en-US" altLang="ja-JP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8BC6928-AA02-E79E-29D5-2068CD1E8E7F}"/>
              </a:ext>
            </a:extLst>
          </p:cNvPr>
          <p:cNvSpPr txBox="1"/>
          <p:nvPr/>
        </p:nvSpPr>
        <p:spPr>
          <a:xfrm>
            <a:off x="7382189" y="2341165"/>
            <a:ext cx="1918319" cy="715089"/>
          </a:xfrm>
          <a:prstGeom prst="wedgeRoundRectCallout">
            <a:avLst>
              <a:gd name="adj1" fmla="val 18537"/>
              <a:gd name="adj2" fmla="val 85144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dirty="0"/>
              <a:t>バックエンド</a:t>
            </a:r>
            <a:br>
              <a:rPr kumimoji="1" lang="en-US" altLang="ja-JP" dirty="0"/>
            </a:br>
            <a:r>
              <a:rPr kumimoji="1" lang="ja-JP" altLang="en-US" dirty="0"/>
              <a:t>コンテナ </a:t>
            </a:r>
            <a:r>
              <a:rPr kumimoji="1" lang="en-US" altLang="ja-JP" dirty="0"/>
              <a:t>8443</a:t>
            </a:r>
            <a:r>
              <a:rPr kumimoji="1" lang="ja-JP" altLang="en-US" dirty="0"/>
              <a:t>番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5E05CD7-D13B-1AA9-2D5A-20DEB5788B1C}"/>
              </a:ext>
            </a:extLst>
          </p:cNvPr>
          <p:cNvSpPr txBox="1"/>
          <p:nvPr/>
        </p:nvSpPr>
        <p:spPr>
          <a:xfrm>
            <a:off x="9391573" y="2341165"/>
            <a:ext cx="1918319" cy="715089"/>
          </a:xfrm>
          <a:prstGeom prst="wedgeRoundRectCallout">
            <a:avLst>
              <a:gd name="adj1" fmla="val -27023"/>
              <a:gd name="adj2" fmla="val 87808"/>
              <a:gd name="adj3" fmla="val 16667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en-US" altLang="ja-JP" dirty="0"/>
              <a:t>DB</a:t>
            </a:r>
            <a:r>
              <a:rPr kumimoji="1" lang="ja-JP" altLang="en-US" dirty="0"/>
              <a:t>コンテナ</a:t>
            </a:r>
            <a:endParaRPr kumimoji="1" lang="en-US" altLang="ja-JP" dirty="0"/>
          </a:p>
          <a:p>
            <a:r>
              <a:rPr kumimoji="1" lang="en-US" altLang="ja-JP" dirty="0"/>
              <a:t>3306</a:t>
            </a:r>
            <a:r>
              <a:rPr kumimoji="1" lang="ja-JP" altLang="en-US" dirty="0"/>
              <a:t>番</a:t>
            </a:r>
            <a:r>
              <a:rPr kumimoji="1" lang="en-US" altLang="ja-JP" dirty="0"/>
              <a:t>(</a:t>
            </a:r>
            <a:r>
              <a:rPr kumimoji="1" lang="ja-JP" altLang="en-US" dirty="0"/>
              <a:t>非公開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958F54D-7CFA-E78E-9CF6-BB7C3555831F}"/>
              </a:ext>
            </a:extLst>
          </p:cNvPr>
          <p:cNvGrpSpPr/>
          <p:nvPr/>
        </p:nvGrpSpPr>
        <p:grpSpPr>
          <a:xfrm>
            <a:off x="3398574" y="2033115"/>
            <a:ext cx="1677712" cy="1023139"/>
            <a:chOff x="3358762" y="2141055"/>
            <a:chExt cx="1677712" cy="1023139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55E3069-E461-04E5-ED93-56AD2FE6D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58762" y="2181051"/>
              <a:ext cx="943149" cy="943149"/>
            </a:xfrm>
            <a:prstGeom prst="rect">
              <a:avLst/>
            </a:prstGeom>
          </p:spPr>
        </p:pic>
        <p:pic>
          <p:nvPicPr>
            <p:cNvPr id="38" name="図 37">
              <a:extLst>
                <a:ext uri="{FF2B5EF4-FFF2-40B4-BE49-F238E27FC236}">
                  <a16:creationId xmlns:a16="http://schemas.microsoft.com/office/drawing/2014/main" id="{408FFAF0-ED94-5F8E-2530-30AB9CB99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13335" y="2141055"/>
              <a:ext cx="1023139" cy="1023139"/>
            </a:xfrm>
            <a:prstGeom prst="rect">
              <a:avLst/>
            </a:prstGeom>
          </p:spPr>
        </p:pic>
      </p:grp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E26A81E0-40AA-E89A-CFE3-AD17E771570C}"/>
              </a:ext>
            </a:extLst>
          </p:cNvPr>
          <p:cNvGrpSpPr/>
          <p:nvPr/>
        </p:nvGrpSpPr>
        <p:grpSpPr>
          <a:xfrm>
            <a:off x="5167351" y="1747025"/>
            <a:ext cx="1894055" cy="1204099"/>
            <a:chOff x="5167351" y="1920101"/>
            <a:chExt cx="1894055" cy="1204099"/>
          </a:xfrm>
        </p:grpSpPr>
        <p:sp>
          <p:nvSpPr>
            <p:cNvPr id="16" name="矢印: 右 15">
              <a:extLst>
                <a:ext uri="{FF2B5EF4-FFF2-40B4-BE49-F238E27FC236}">
                  <a16:creationId xmlns:a16="http://schemas.microsoft.com/office/drawing/2014/main" id="{80920735-8FD1-7295-35D6-41A5F3D20A09}"/>
                </a:ext>
              </a:extLst>
            </p:cNvPr>
            <p:cNvSpPr/>
            <p:nvPr/>
          </p:nvSpPr>
          <p:spPr>
            <a:xfrm>
              <a:off x="5167351" y="2428875"/>
              <a:ext cx="1894055" cy="69532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9D1303B1-D873-4DEF-3D45-33A1303C3D50}"/>
                </a:ext>
              </a:extLst>
            </p:cNvPr>
            <p:cNvSpPr txBox="1"/>
            <p:nvPr/>
          </p:nvSpPr>
          <p:spPr>
            <a:xfrm>
              <a:off x="5544848" y="1920101"/>
              <a:ext cx="1112177" cy="646331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ja-JP" altLang="en-US" dirty="0"/>
                <a:t>リクエスト</a:t>
              </a:r>
              <a:endParaRPr lang="en-US" altLang="ja-JP" dirty="0"/>
            </a:p>
            <a:p>
              <a:r>
                <a:rPr lang="en-US" altLang="ja-JP" dirty="0"/>
                <a:t>80</a:t>
              </a:r>
              <a:endParaRPr kumimoji="1" lang="ja-JP" altLang="en-US" dirty="0"/>
            </a:p>
          </p:txBody>
        </p:sp>
      </p:grpSp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6E65D943-2028-4F05-84C8-A510F1F150B7}"/>
              </a:ext>
            </a:extLst>
          </p:cNvPr>
          <p:cNvGrpSpPr/>
          <p:nvPr/>
        </p:nvGrpSpPr>
        <p:grpSpPr>
          <a:xfrm>
            <a:off x="5095090" y="2940275"/>
            <a:ext cx="1938299" cy="924567"/>
            <a:chOff x="5156912" y="3314379"/>
            <a:chExt cx="1938299" cy="924567"/>
          </a:xfrm>
        </p:grpSpPr>
        <p:sp>
          <p:nvSpPr>
            <p:cNvPr id="18" name="矢印: 右 17">
              <a:extLst>
                <a:ext uri="{FF2B5EF4-FFF2-40B4-BE49-F238E27FC236}">
                  <a16:creationId xmlns:a16="http://schemas.microsoft.com/office/drawing/2014/main" id="{7711A622-75DC-C1EC-8DAC-3C07144C650D}"/>
                </a:ext>
              </a:extLst>
            </p:cNvPr>
            <p:cNvSpPr/>
            <p:nvPr/>
          </p:nvSpPr>
          <p:spPr>
            <a:xfrm rot="10800000">
              <a:off x="5156912" y="3543621"/>
              <a:ext cx="1938299" cy="695325"/>
            </a:xfrm>
            <a:prstGeom prst="rightArrow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8D1C2A46-08F0-D70C-3B0C-4600E3B456F6}"/>
                </a:ext>
              </a:extLst>
            </p:cNvPr>
            <p:cNvSpPr txBox="1"/>
            <p:nvPr/>
          </p:nvSpPr>
          <p:spPr>
            <a:xfrm>
              <a:off x="5534860" y="3314379"/>
              <a:ext cx="122960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kumimoji="1" lang="ja-JP" altLang="en-US" dirty="0"/>
                <a:t>レスポンス</a:t>
              </a:r>
            </a:p>
          </p:txBody>
        </p:sp>
      </p:grpSp>
      <p:pic>
        <p:nvPicPr>
          <p:cNvPr id="43" name="グラフィックス 42" descr="Web デザイン 単色塗りつぶし">
            <a:extLst>
              <a:ext uri="{FF2B5EF4-FFF2-40B4-BE49-F238E27FC236}">
                <a16:creationId xmlns:a16="http://schemas.microsoft.com/office/drawing/2014/main" id="{01FAECA1-4A61-AEC4-8C66-7042F37E3E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89071" y="3149641"/>
            <a:ext cx="1578280" cy="1578280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A43E6753-32AC-7CE7-B7A5-929E11C4AB3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426" y="3841741"/>
            <a:ext cx="2091551" cy="948850"/>
          </a:xfrm>
          <a:prstGeom prst="rect">
            <a:avLst/>
          </a:prstGeom>
        </p:spPr>
      </p:pic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4B1FF94C-4D3D-E80A-271E-C84390026846}"/>
              </a:ext>
            </a:extLst>
          </p:cNvPr>
          <p:cNvGrpSpPr/>
          <p:nvPr/>
        </p:nvGrpSpPr>
        <p:grpSpPr>
          <a:xfrm>
            <a:off x="5155368" y="3960327"/>
            <a:ext cx="1894055" cy="1204099"/>
            <a:chOff x="5167351" y="1920101"/>
            <a:chExt cx="1894055" cy="1204099"/>
          </a:xfrm>
        </p:grpSpPr>
        <p:sp>
          <p:nvSpPr>
            <p:cNvPr id="57" name="矢印: 右 56">
              <a:extLst>
                <a:ext uri="{FF2B5EF4-FFF2-40B4-BE49-F238E27FC236}">
                  <a16:creationId xmlns:a16="http://schemas.microsoft.com/office/drawing/2014/main" id="{7AE7FF3F-383B-7117-92AB-EED0F24A20F1}"/>
                </a:ext>
              </a:extLst>
            </p:cNvPr>
            <p:cNvSpPr/>
            <p:nvPr/>
          </p:nvSpPr>
          <p:spPr>
            <a:xfrm>
              <a:off x="5167351" y="2428875"/>
              <a:ext cx="1894055" cy="69532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テキスト ボックス 57">
              <a:extLst>
                <a:ext uri="{FF2B5EF4-FFF2-40B4-BE49-F238E27FC236}">
                  <a16:creationId xmlns:a16="http://schemas.microsoft.com/office/drawing/2014/main" id="{2091879A-9C93-9EC5-17B7-44C10828C836}"/>
                </a:ext>
              </a:extLst>
            </p:cNvPr>
            <p:cNvSpPr txBox="1"/>
            <p:nvPr/>
          </p:nvSpPr>
          <p:spPr>
            <a:xfrm>
              <a:off x="5544848" y="1920101"/>
              <a:ext cx="1112177" cy="92333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altLang="ja-JP" dirty="0"/>
                <a:t>RESTAPI</a:t>
              </a:r>
              <a:br>
                <a:rPr lang="en-US" altLang="ja-JP" dirty="0"/>
              </a:br>
              <a:r>
                <a:rPr lang="ja-JP" altLang="en-US" dirty="0"/>
                <a:t>リクエスト</a:t>
              </a:r>
              <a:endParaRPr lang="en-US" altLang="ja-JP" dirty="0"/>
            </a:p>
            <a:p>
              <a:r>
                <a:rPr lang="en-US" altLang="ja-JP" dirty="0"/>
                <a:t>8443</a:t>
              </a:r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48093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D8E4C6-B642-832D-4974-2BCB7AB95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1.WSL</a:t>
            </a:r>
            <a:r>
              <a:rPr lang="ja-JP" altLang="en-US" dirty="0"/>
              <a:t>インストール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A9FF1D-0BF5-E952-D18A-63A986719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WSL(Windows Subsystem for Linux)</a:t>
            </a:r>
            <a:r>
              <a:rPr kumimoji="1" lang="ja-JP" altLang="en-US" dirty="0"/>
              <a:t>をインストール</a:t>
            </a:r>
            <a:endParaRPr kumimoji="1"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kumimoji="1" lang="en-US" altLang="ja-JP" dirty="0"/>
              <a:t> </a:t>
            </a:r>
            <a:r>
              <a:rPr kumimoji="1" lang="en-US" altLang="ja-JP" dirty="0">
                <a:latin typeface="Wingdings" panose="05000000000000000000" pitchFamily="2" charset="2"/>
              </a:rPr>
              <a:t>ÿ</a:t>
            </a:r>
            <a:r>
              <a:rPr kumimoji="1" lang="en-US" altLang="ja-JP" dirty="0"/>
              <a:t>(Windows)+R</a:t>
            </a:r>
            <a:r>
              <a:rPr kumimoji="1" lang="ja-JP" altLang="en-US" dirty="0"/>
              <a:t>を押す</a:t>
            </a:r>
            <a:endParaRPr kumimoji="1" lang="en-US" altLang="ja-JP" dirty="0"/>
          </a:p>
          <a:p>
            <a:pPr marL="733425" lvl="1" indent="-514350">
              <a:buFont typeface="+mj-lt"/>
              <a:buAutoNum type="arabicPeriod"/>
            </a:pPr>
            <a:endParaRPr kumimoji="1"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kumimoji="1" lang="ja-JP" altLang="en-US" dirty="0"/>
              <a:t> ファイル名を指定して実行 に</a:t>
            </a:r>
            <a:r>
              <a:rPr kumimoji="1" lang="en-US" altLang="ja-JP" dirty="0"/>
              <a:t>`</a:t>
            </a:r>
            <a:r>
              <a:rPr kumimoji="1" lang="en-US" altLang="ja-JP" dirty="0" err="1">
                <a:latin typeface="Consolas" panose="020B0609020204030204" pitchFamily="49" charset="0"/>
              </a:rPr>
              <a:t>cmd</a:t>
            </a:r>
            <a:r>
              <a:rPr kumimoji="1" lang="en-US" altLang="ja-JP" dirty="0"/>
              <a:t>`</a:t>
            </a:r>
            <a:r>
              <a:rPr lang="ja-JP" altLang="en-US" dirty="0"/>
              <a:t>と打ち</a:t>
            </a:r>
            <a:r>
              <a:rPr lang="en-US" altLang="ja-JP" dirty="0"/>
              <a:t>`OK`</a:t>
            </a:r>
            <a:r>
              <a:rPr lang="ja-JP" altLang="en-US" dirty="0"/>
              <a:t>を押す</a:t>
            </a:r>
            <a:br>
              <a:rPr lang="en-US" altLang="ja-JP" dirty="0"/>
            </a:br>
            <a:r>
              <a:rPr lang="ja-JP" altLang="en-US" dirty="0"/>
              <a:t>コマンドプロンプトが開きます。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en-US" altLang="ja-JP" dirty="0"/>
              <a:t> </a:t>
            </a:r>
            <a:r>
              <a:rPr lang="ja-JP" altLang="en-US" dirty="0"/>
              <a:t>コマンドプロンプトで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wsl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--install</a:t>
            </a:r>
            <a:r>
              <a:rPr lang="ja-JP" altLang="en-US" dirty="0"/>
              <a:t>と打つ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ja-JP" altLang="en-US" dirty="0"/>
              <a:t>インストール後再起動する。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631561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1ED4D4-CFC8-2384-9611-B703217B4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2.Docker</a:t>
            </a:r>
            <a:r>
              <a:rPr kumimoji="1" lang="ja-JP" altLang="en-US" dirty="0"/>
              <a:t>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577A22C-C9BB-B30B-2C90-CE66C4A61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1601450" cy="4769504"/>
          </a:xfrm>
        </p:spPr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 dirty="0"/>
              <a:t>インストール</a:t>
            </a:r>
            <a:endParaRPr kumimoji="1"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kumimoji="1" lang="en-US" altLang="ja-JP" dirty="0">
                <a:hlinkClick r:id="rId3"/>
              </a:rPr>
              <a:t>Docker</a:t>
            </a:r>
            <a:r>
              <a:rPr kumimoji="1" lang="ja-JP" altLang="en-US" dirty="0">
                <a:hlinkClick r:id="rId3"/>
              </a:rPr>
              <a:t>の公式サイト</a:t>
            </a:r>
            <a:r>
              <a:rPr kumimoji="1" lang="ja-JP" altLang="en-US" dirty="0"/>
              <a:t>にアクセス</a:t>
            </a:r>
            <a:endParaRPr kumimoji="1"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en-US" altLang="ja-JP" dirty="0"/>
              <a:t>`Docker Desktop</a:t>
            </a:r>
            <a:r>
              <a:rPr lang="ja-JP" altLang="en-US" dirty="0"/>
              <a:t>をダウンロードする</a:t>
            </a:r>
            <a:r>
              <a:rPr lang="en-US" altLang="ja-JP" dirty="0"/>
              <a:t>`</a:t>
            </a:r>
            <a:r>
              <a:rPr lang="ja-JP" altLang="en-US" dirty="0"/>
              <a:t>にカーソルを合わせ</a:t>
            </a:r>
            <a:br>
              <a:rPr lang="en-US" altLang="ja-JP" dirty="0"/>
            </a:br>
            <a:r>
              <a:rPr lang="en-US" altLang="ja-JP" dirty="0"/>
              <a:t>`Windows</a:t>
            </a:r>
            <a:r>
              <a:rPr lang="ja-JP" altLang="en-US" dirty="0"/>
              <a:t>版のダウンロード </a:t>
            </a:r>
            <a:r>
              <a:rPr lang="en-US" altLang="ja-JP" dirty="0"/>
              <a:t>– AMD64`</a:t>
            </a:r>
            <a:r>
              <a:rPr lang="ja-JP" altLang="en-US" dirty="0"/>
              <a:t>をクリック</a:t>
            </a:r>
            <a:endParaRPr kumimoji="1" lang="en-US" altLang="ja-JP" dirty="0"/>
          </a:p>
          <a:p>
            <a:endParaRPr kumimoji="1" lang="ja-JP" altLang="en-US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00DEED0C-FB3F-CFB5-F69F-8A177781EE38}"/>
              </a:ext>
            </a:extLst>
          </p:cNvPr>
          <p:cNvGrpSpPr/>
          <p:nvPr/>
        </p:nvGrpSpPr>
        <p:grpSpPr>
          <a:xfrm>
            <a:off x="3639628" y="3429000"/>
            <a:ext cx="4912744" cy="2473325"/>
            <a:chOff x="3363403" y="4037920"/>
            <a:chExt cx="4912744" cy="2473325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880D9B3C-2D67-97D1-12B8-B12C0A65B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1523"/>
            <a:stretch>
              <a:fillRect/>
            </a:stretch>
          </p:blipFill>
          <p:spPr>
            <a:xfrm>
              <a:off x="3363403" y="4037920"/>
              <a:ext cx="4912744" cy="2473325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398DAF0-D9BA-ABDD-8EC4-7CC78E00129A}"/>
                </a:ext>
              </a:extLst>
            </p:cNvPr>
            <p:cNvSpPr/>
            <p:nvPr/>
          </p:nvSpPr>
          <p:spPr>
            <a:xfrm>
              <a:off x="5143322" y="6043083"/>
              <a:ext cx="1980142" cy="429154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12508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BE38E4-6D93-05DB-6C17-B4CA1848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2.Docker</a:t>
            </a:r>
            <a:r>
              <a:rPr lang="ja-JP" altLang="en-US" dirty="0"/>
              <a:t>インストール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3EC8B0-F4F2-1B02-6A24-40662714F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5547360"/>
          </a:xfrm>
        </p:spPr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 dirty="0"/>
              <a:t>インストール</a:t>
            </a:r>
          </a:p>
          <a:p>
            <a:pPr marL="733425" lvl="1" indent="-514350">
              <a:buFont typeface="+mj-lt"/>
              <a:buAutoNum type="arabicPeriod" startAt="3"/>
            </a:pPr>
            <a:r>
              <a:rPr kumimoji="1" lang="ja-JP" altLang="en-US" dirty="0"/>
              <a:t>コマンドプロンプト</a:t>
            </a:r>
            <a:r>
              <a:rPr lang="ja-JP" altLang="en-US" dirty="0"/>
              <a:t>を開く</a:t>
            </a:r>
            <a:endParaRPr lang="en-US" altLang="ja-JP" dirty="0"/>
          </a:p>
          <a:p>
            <a:pPr marL="1428750" lvl="2" indent="-514350">
              <a:buFont typeface="+mj-lt"/>
              <a:buAutoNum type="arabicPeriod"/>
            </a:pPr>
            <a:r>
              <a:rPr lang="en-US" altLang="ja-JP" dirty="0"/>
              <a:t> </a:t>
            </a:r>
            <a:r>
              <a:rPr lang="en-US" altLang="ja-JP" dirty="0">
                <a:latin typeface="Wingdings" panose="05000000000000000000" pitchFamily="2" charset="2"/>
              </a:rPr>
              <a:t>ÿ</a:t>
            </a:r>
            <a:r>
              <a:rPr lang="en-US" altLang="ja-JP" dirty="0"/>
              <a:t>(Windows)+R</a:t>
            </a:r>
            <a:r>
              <a:rPr lang="ja-JP" altLang="en-US" dirty="0"/>
              <a:t>を押す</a:t>
            </a:r>
            <a:endParaRPr lang="en-US" altLang="ja-JP" dirty="0"/>
          </a:p>
          <a:p>
            <a:pPr marL="1428750" lvl="2" indent="-514350">
              <a:buFont typeface="+mj-lt"/>
              <a:buAutoNum type="arabicPeriod"/>
            </a:pPr>
            <a:r>
              <a:rPr lang="ja-JP" altLang="en-US" dirty="0"/>
              <a:t> ファイル名を指定して実行 に</a:t>
            </a:r>
            <a:r>
              <a:rPr lang="en-US" altLang="ja-JP" dirty="0"/>
              <a:t>`</a:t>
            </a:r>
            <a:r>
              <a:rPr lang="en-US" altLang="ja-JP" dirty="0" err="1">
                <a:latin typeface="Consolas" panose="020B0609020204030204" pitchFamily="49" charset="0"/>
              </a:rPr>
              <a:t>cmd</a:t>
            </a:r>
            <a:r>
              <a:rPr lang="en-US" altLang="ja-JP" dirty="0"/>
              <a:t>`</a:t>
            </a:r>
            <a:r>
              <a:rPr lang="ja-JP" altLang="en-US" dirty="0"/>
              <a:t>と打ち</a:t>
            </a:r>
            <a:r>
              <a:rPr lang="en-US" altLang="ja-JP" dirty="0"/>
              <a:t>`OK`</a:t>
            </a:r>
            <a:r>
              <a:rPr lang="ja-JP" altLang="en-US" dirty="0"/>
              <a:t>を押す</a:t>
            </a:r>
            <a:br>
              <a:rPr lang="en-US" altLang="ja-JP" dirty="0"/>
            </a:br>
            <a:r>
              <a:rPr lang="ja-JP" altLang="en-US" dirty="0"/>
              <a:t>コマンドプロンプトが開きます。</a:t>
            </a:r>
            <a:endParaRPr lang="en-US" altLang="ja-JP" dirty="0"/>
          </a:p>
          <a:p>
            <a:pPr marL="1428750" lvl="2" indent="-514350">
              <a:buFont typeface="+mj-lt"/>
              <a:buAutoNum type="arabicPeriod"/>
            </a:pP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ja-JP" altLang="en-US" dirty="0"/>
              <a:t>コマンドプロンプトに以下を入力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%USERPROFILE%\Downloads &amp;&amp; </a:t>
            </a:r>
            <a:r>
              <a:rPr lang="ja-JP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start /w “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--quiet --</a:t>
            </a:r>
            <a:r>
              <a:rPr lang="ja-JP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accept-license” “Docker Desktop Installer.exe” install</a:t>
            </a:r>
            <a:br>
              <a:rPr lang="en-US" altLang="ja-JP" dirty="0"/>
            </a:br>
            <a:br>
              <a:rPr lang="en-US" altLang="ja-JP" dirty="0"/>
            </a:br>
            <a:r>
              <a:rPr lang="en-US" altLang="ja-JP" dirty="0"/>
              <a:t>`</a:t>
            </a:r>
            <a:r>
              <a:rPr lang="ja-JP" altLang="en-US" dirty="0"/>
              <a:t>管理者権限で実行</a:t>
            </a:r>
            <a:r>
              <a:rPr lang="en-US" altLang="ja-JP" dirty="0"/>
              <a:t>`</a:t>
            </a:r>
            <a:r>
              <a:rPr lang="ja-JP" altLang="en-US" dirty="0"/>
              <a:t>で</a:t>
            </a:r>
            <a:r>
              <a:rPr lang="en-US" altLang="ja-JP" dirty="0"/>
              <a:t>`</a:t>
            </a:r>
            <a:r>
              <a:rPr lang="ja-JP" altLang="en-US" dirty="0"/>
              <a:t>はい</a:t>
            </a:r>
            <a:r>
              <a:rPr lang="en-US" altLang="ja-JP" dirty="0"/>
              <a:t>`</a:t>
            </a:r>
            <a:r>
              <a:rPr lang="ja-JP" altLang="en-US" dirty="0"/>
              <a:t>を選択します。</a:t>
            </a:r>
            <a:endParaRPr lang="en-US" altLang="ja-JP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219075" lvl="1" indent="0">
              <a:buNone/>
            </a:pPr>
            <a:endParaRPr kumimoji="1" lang="en-US" altLang="ja-JP" dirty="0"/>
          </a:p>
          <a:p>
            <a:pPr marL="514350" indent="-514350">
              <a:buFont typeface="+mj-lt"/>
              <a:buAutoNum type="arabicPeriod" startAt="3"/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84511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441FE2-CBC3-44C0-B846-90B565928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2.Docker</a:t>
            </a:r>
            <a:r>
              <a:rPr kumimoji="1" lang="ja-JP" altLang="en-US" dirty="0"/>
              <a:t>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4E2659-7431-0FFA-B33E-6328A31FA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 dirty="0"/>
              <a:t>インストール</a:t>
            </a:r>
            <a:endParaRPr kumimoji="1" lang="en-US" altLang="ja-JP" dirty="0"/>
          </a:p>
          <a:p>
            <a:pPr marL="733425" lvl="1" indent="-514350">
              <a:buFont typeface="+mj-lt"/>
              <a:buAutoNum type="arabicPeriod" startAt="3"/>
            </a:pPr>
            <a:r>
              <a:rPr lang="en-US" altLang="ja-JP" dirty="0"/>
              <a:t>`</a:t>
            </a:r>
            <a:r>
              <a:rPr lang="ja-JP" altLang="en-US" dirty="0"/>
              <a:t>管理者権限で実行</a:t>
            </a:r>
            <a:r>
              <a:rPr lang="en-US" altLang="ja-JP" dirty="0"/>
              <a:t>`</a:t>
            </a:r>
            <a:r>
              <a:rPr lang="ja-JP" altLang="en-US" dirty="0"/>
              <a:t>で</a:t>
            </a:r>
            <a:r>
              <a:rPr lang="en-US" altLang="ja-JP" dirty="0"/>
              <a:t>`</a:t>
            </a:r>
            <a:r>
              <a:rPr lang="ja-JP" altLang="en-US" dirty="0"/>
              <a:t>はい</a:t>
            </a:r>
            <a:r>
              <a:rPr lang="en-US" altLang="ja-JP" dirty="0"/>
              <a:t>`</a:t>
            </a:r>
            <a:r>
              <a:rPr lang="ja-JP" altLang="en-US" dirty="0"/>
              <a:t>を選択</a:t>
            </a:r>
            <a:br>
              <a:rPr lang="en-US" altLang="ja-JP" dirty="0"/>
            </a:br>
            <a:endParaRPr lang="en-US" altLang="ja-JP" dirty="0"/>
          </a:p>
          <a:p>
            <a:pPr marL="733425" lvl="1" indent="-514350">
              <a:buFont typeface="+mj-lt"/>
              <a:buAutoNum type="arabicPeriod" startAt="3"/>
            </a:pPr>
            <a:r>
              <a:rPr lang="en-US" altLang="ja-JP" dirty="0"/>
              <a:t>`</a:t>
            </a:r>
            <a:r>
              <a:rPr lang="ja-JP" altLang="ja-JP" dirty="0"/>
              <a:t>Add shortcut to desktop</a:t>
            </a:r>
            <a:r>
              <a:rPr lang="en-US" altLang="ja-JP" dirty="0"/>
              <a:t>`</a:t>
            </a:r>
            <a:r>
              <a:rPr lang="ja-JP" altLang="en-US" dirty="0"/>
              <a:t>はデスクトップ</a:t>
            </a:r>
            <a:br>
              <a:rPr lang="en-US" altLang="ja-JP" dirty="0"/>
            </a:br>
            <a:r>
              <a:rPr lang="ja-JP" altLang="en-US" dirty="0"/>
              <a:t>にアイコンを作るかどうかの選択なので</a:t>
            </a:r>
            <a:br>
              <a:rPr lang="en-US" altLang="ja-JP" dirty="0"/>
            </a:br>
            <a:r>
              <a:rPr lang="ja-JP" altLang="en-US" dirty="0"/>
              <a:t>任意でチェックを入れる</a:t>
            </a:r>
            <a:br>
              <a:rPr lang="en-US" altLang="ja-JP" dirty="0"/>
            </a:br>
            <a:endParaRPr lang="en-US" altLang="ja-JP" dirty="0"/>
          </a:p>
          <a:p>
            <a:pPr marL="733425" lvl="1" indent="-514350">
              <a:buFont typeface="+mj-lt"/>
              <a:buAutoNum type="arabicPeriod" startAt="3"/>
            </a:pPr>
            <a:r>
              <a:rPr lang="en-US" altLang="ja-JP" dirty="0"/>
              <a:t>`OK`</a:t>
            </a:r>
            <a:r>
              <a:rPr lang="ja-JP" altLang="en-US" dirty="0"/>
              <a:t>ボタンを押下</a:t>
            </a:r>
            <a:endParaRPr lang="en-US" altLang="ja-JP" dirty="0"/>
          </a:p>
          <a:p>
            <a:pPr marL="733425" lvl="1" indent="-514350">
              <a:buFont typeface="+mj-lt"/>
              <a:buAutoNum type="arabicPeriod" startAt="3"/>
            </a:pPr>
            <a:endParaRPr kumimoji="1" lang="en-US" altLang="ja-JP" dirty="0"/>
          </a:p>
          <a:p>
            <a:pPr marL="733425" lvl="1" indent="-514350">
              <a:buFont typeface="+mj-lt"/>
              <a:buAutoNum type="arabicPeriod" startAt="7"/>
            </a:pPr>
            <a:r>
              <a:rPr lang="en-US" altLang="ja-JP" dirty="0"/>
              <a:t>Restart</a:t>
            </a:r>
            <a:r>
              <a:rPr lang="ja-JP" altLang="en-US" dirty="0"/>
              <a:t>ボタンを押下</a:t>
            </a:r>
            <a:br>
              <a:rPr lang="en-US" altLang="ja-JP" dirty="0"/>
            </a:br>
            <a:r>
              <a:rPr lang="ja-JP" altLang="en-US" dirty="0"/>
              <a:t>ボタン押下後再起動します。</a:t>
            </a:r>
            <a:endParaRPr lang="en-US" altLang="ja-JP" dirty="0"/>
          </a:p>
          <a:p>
            <a:pPr marL="514350" indent="-514350">
              <a:buFont typeface="+mj-lt"/>
              <a:buAutoNum type="arabicPeriod" startAt="7"/>
            </a:pPr>
            <a:endParaRPr lang="en-US" altLang="ja-JP" dirty="0"/>
          </a:p>
          <a:p>
            <a:pPr marL="514350" indent="-514350">
              <a:buFont typeface="+mj-lt"/>
              <a:buAutoNum type="arabicPeriod" startAt="7"/>
            </a:pPr>
            <a:endParaRPr lang="en-US" altLang="ja-JP" dirty="0"/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FC5B2823-91B3-EAD8-DC4F-17D0ACAC6667}"/>
              </a:ext>
            </a:extLst>
          </p:cNvPr>
          <p:cNvGrpSpPr/>
          <p:nvPr/>
        </p:nvGrpSpPr>
        <p:grpSpPr>
          <a:xfrm>
            <a:off x="8599872" y="4292499"/>
            <a:ext cx="3437294" cy="2284191"/>
            <a:chOff x="5450160" y="1144694"/>
            <a:chExt cx="2819401" cy="19630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DFE42202-8D26-2BBC-EF83-B8D4BEEB82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50160" y="1144694"/>
              <a:ext cx="2819401" cy="1963078"/>
            </a:xfrm>
            <a:prstGeom prst="rect">
              <a:avLst/>
            </a:prstGeom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CABE461E-D677-D4A1-2D7E-42E09F067AF5}"/>
                </a:ext>
              </a:extLst>
            </p:cNvPr>
            <p:cNvSpPr/>
            <p:nvPr/>
          </p:nvSpPr>
          <p:spPr>
            <a:xfrm>
              <a:off x="6452837" y="2134314"/>
              <a:ext cx="836963" cy="287152"/>
            </a:xfrm>
            <a:prstGeom prst="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pic>
        <p:nvPicPr>
          <p:cNvPr id="9" name="図 8">
            <a:extLst>
              <a:ext uri="{FF2B5EF4-FFF2-40B4-BE49-F238E27FC236}">
                <a16:creationId xmlns:a16="http://schemas.microsoft.com/office/drawing/2014/main" id="{09F6151D-7308-9DAC-B1FC-919E13552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872" y="1423405"/>
            <a:ext cx="3437293" cy="24992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7461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A8819E-F710-D5CF-72B6-7131B5EF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2.Docker</a:t>
            </a:r>
            <a:r>
              <a:rPr kumimoji="1" lang="ja-JP" altLang="en-US" dirty="0"/>
              <a:t>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FF7B9-5E0C-44DC-6CE0-F8197F11F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 dirty="0"/>
              <a:t>インストール</a:t>
            </a:r>
            <a:endParaRPr kumimoji="1" lang="en-US" altLang="ja-JP" dirty="0"/>
          </a:p>
          <a:p>
            <a:pPr marL="733425" lvl="1" indent="-514350">
              <a:buFont typeface="+mj-lt"/>
              <a:buAutoNum type="arabicPeriod" startAt="9"/>
            </a:pPr>
            <a:r>
              <a:rPr lang="ja-JP" altLang="en-US" dirty="0"/>
              <a:t>利用規約に同意する</a:t>
            </a:r>
            <a:br>
              <a:rPr lang="en-US" altLang="ja-JP" dirty="0"/>
            </a:br>
            <a:r>
              <a:rPr lang="en-US" altLang="ja-JP" dirty="0"/>
              <a:t>`Accept`</a:t>
            </a:r>
            <a:r>
              <a:rPr lang="ja-JP" altLang="en-US" dirty="0"/>
              <a:t>ボタンを押します。</a:t>
            </a:r>
            <a:endParaRPr lang="en-US" altLang="ja-JP" dirty="0"/>
          </a:p>
          <a:p>
            <a:pPr marL="733425" lvl="1" indent="-514350">
              <a:buFont typeface="+mj-lt"/>
              <a:buAutoNum type="arabicPeriod" startAt="9"/>
            </a:pPr>
            <a:endParaRPr lang="en-US" altLang="ja-JP" dirty="0"/>
          </a:p>
          <a:p>
            <a:pPr marL="733425" lvl="1" indent="-514350">
              <a:buFont typeface="+mj-lt"/>
              <a:buAutoNum type="arabicPeriod" startAt="9"/>
            </a:pPr>
            <a:endParaRPr lang="en-US" altLang="ja-JP" dirty="0"/>
          </a:p>
          <a:p>
            <a:pPr marL="733425" lvl="1" indent="-514350">
              <a:buFont typeface="+mj-lt"/>
              <a:buAutoNum type="arabicPeriod" startAt="9"/>
            </a:pPr>
            <a:endParaRPr lang="en-US" altLang="ja-JP" dirty="0"/>
          </a:p>
          <a:p>
            <a:pPr marL="733425" lvl="1" indent="-514350">
              <a:buFont typeface="+mj-lt"/>
              <a:buAutoNum type="arabicPeriod" startAt="9"/>
            </a:pPr>
            <a:r>
              <a:rPr lang="ja-JP" altLang="en-US" dirty="0"/>
              <a:t>アカウントログイン</a:t>
            </a:r>
            <a:r>
              <a:rPr lang="en-US" altLang="ja-JP" dirty="0"/>
              <a:t>/</a:t>
            </a:r>
            <a:r>
              <a:rPr lang="ja-JP" altLang="en-US" dirty="0"/>
              <a:t>作成</a:t>
            </a:r>
            <a:br>
              <a:rPr lang="en-US" altLang="ja-JP" dirty="0"/>
            </a:br>
            <a:r>
              <a:rPr lang="en-US" altLang="ja-JP" dirty="0"/>
              <a:t>Docker</a:t>
            </a:r>
            <a:r>
              <a:rPr lang="ja-JP" altLang="en-US" dirty="0"/>
              <a:t>アカウントに</a:t>
            </a:r>
            <a:br>
              <a:rPr lang="en-US" altLang="ja-JP" dirty="0"/>
            </a:br>
            <a:r>
              <a:rPr lang="ja-JP" altLang="en-US" dirty="0"/>
              <a:t>ログイン若しくは</a:t>
            </a:r>
            <a:br>
              <a:rPr lang="en-US" altLang="ja-JP" dirty="0"/>
            </a:br>
            <a:r>
              <a:rPr lang="ja-JP" altLang="en-US" dirty="0"/>
              <a:t>アカウントを作成します。</a:t>
            </a:r>
            <a:br>
              <a:rPr lang="en-US" altLang="ja-JP" dirty="0"/>
            </a:br>
            <a:br>
              <a:rPr lang="en-US" altLang="ja-JP" dirty="0"/>
            </a:br>
            <a:endParaRPr lang="en-US" altLang="ja-JP" dirty="0"/>
          </a:p>
          <a:p>
            <a:pPr marL="514350" indent="-514350">
              <a:buFont typeface="+mj-lt"/>
              <a:buAutoNum type="arabicPeriod" startAt="9"/>
            </a:pP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6072884E-85F2-820F-5167-90D220D44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669" t="27511" r="28088" b="8894"/>
          <a:stretch>
            <a:fillRect/>
          </a:stretch>
        </p:blipFill>
        <p:spPr>
          <a:xfrm>
            <a:off x="7028116" y="3607451"/>
            <a:ext cx="3578924" cy="29264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図 6" descr="スクリーンショット 2026-07-09 145453.png">
            <a:extLst>
              <a:ext uri="{FF2B5EF4-FFF2-40B4-BE49-F238E27FC236}">
                <a16:creationId xmlns:a16="http://schemas.microsoft.com/office/drawing/2014/main" id="{C67CAEED-3837-083C-A60C-09AA6663B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8116" y="1003631"/>
            <a:ext cx="3578924" cy="22469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1675C2E-0891-2F75-C4E2-4342A8BDECCB}"/>
              </a:ext>
            </a:extLst>
          </p:cNvPr>
          <p:cNvSpPr/>
          <p:nvPr/>
        </p:nvSpPr>
        <p:spPr>
          <a:xfrm>
            <a:off x="9606280" y="2860041"/>
            <a:ext cx="568960" cy="39051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24580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4AC2D7-1903-FD6D-3043-E5FC44334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2.Docker</a:t>
            </a:r>
            <a:r>
              <a:rPr kumimoji="1" lang="ja-JP" altLang="en-US" dirty="0"/>
              <a:t>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A034B7-77BC-1E64-588E-1C40D291E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Docker</a:t>
            </a:r>
            <a:r>
              <a:rPr kumimoji="1" lang="ja-JP" altLang="en-US" dirty="0"/>
              <a:t>インストール</a:t>
            </a:r>
            <a:endParaRPr kumimoji="1" lang="en-US" altLang="ja-JP" dirty="0"/>
          </a:p>
          <a:p>
            <a:pPr lvl="1" indent="0">
              <a:buNone/>
            </a:pPr>
            <a:r>
              <a:rPr lang="ja-JP" altLang="en-US" dirty="0"/>
              <a:t>この画面が出れば完了です。</a:t>
            </a:r>
            <a:endParaRPr kumimoji="1" lang="en-US" alt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FADDC4B-3B1E-5707-1CA2-CD890C532E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49" y="2546389"/>
            <a:ext cx="7000875" cy="404300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217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17059F-4DA1-98CA-0A77-2CB500B4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3.Git</a:t>
            </a:r>
            <a:r>
              <a:rPr kumimoji="1" lang="ja-JP" altLang="en-US" dirty="0"/>
              <a:t>インストール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7BDBE1-3F4F-A1A1-B19B-16CB7A30B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1"/>
            <a:ext cx="10515600" cy="1204916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PowerShell</a:t>
            </a:r>
            <a:r>
              <a:rPr lang="ja-JP" altLang="en-US" dirty="0"/>
              <a:t>を開く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en-US" altLang="ja-JP" dirty="0"/>
              <a:t> </a:t>
            </a:r>
            <a:r>
              <a:rPr lang="en-US" altLang="ja-JP" dirty="0">
                <a:latin typeface="Wingdings" panose="05000000000000000000" pitchFamily="2" charset="2"/>
              </a:rPr>
              <a:t>ÿ</a:t>
            </a:r>
            <a:r>
              <a:rPr lang="en-US" altLang="ja-JP" dirty="0"/>
              <a:t>(Windows)+R</a:t>
            </a:r>
            <a:r>
              <a:rPr lang="ja-JP" altLang="en-US" dirty="0"/>
              <a:t>を押す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ja-JP" altLang="en-US" dirty="0"/>
              <a:t>ファイル名を指定して実行 に</a:t>
            </a:r>
            <a:r>
              <a:rPr lang="en-US" altLang="ja-JP" dirty="0"/>
              <a:t>`</a:t>
            </a:r>
            <a:r>
              <a:rPr lang="en-US" altLang="ja-JP" dirty="0" err="1">
                <a:latin typeface="Consolas" panose="020B0609020204030204" pitchFamily="49" charset="0"/>
              </a:rPr>
              <a:t>pwsh</a:t>
            </a:r>
            <a:r>
              <a:rPr lang="en-US" altLang="ja-JP" dirty="0"/>
              <a:t>`</a:t>
            </a:r>
            <a:r>
              <a:rPr lang="ja-JP" altLang="en-US" dirty="0"/>
              <a:t>と打ち</a:t>
            </a:r>
            <a:r>
              <a:rPr lang="en-US" altLang="ja-JP" dirty="0"/>
              <a:t>`OK`</a:t>
            </a:r>
            <a:r>
              <a:rPr lang="ja-JP" altLang="en-US" dirty="0"/>
              <a:t>を押す</a:t>
            </a:r>
            <a:br>
              <a:rPr lang="en-US" altLang="ja-JP" dirty="0"/>
            </a:br>
            <a:r>
              <a:rPr lang="en-US" altLang="ja-JP" dirty="0"/>
              <a:t>PowerShell</a:t>
            </a:r>
            <a:r>
              <a:rPr lang="ja-JP" altLang="en-US" dirty="0"/>
              <a:t>が開きます。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Git</a:t>
            </a:r>
            <a:r>
              <a:rPr lang="ja-JP" altLang="en-US" dirty="0"/>
              <a:t>をインストール</a:t>
            </a:r>
            <a:endParaRPr lang="en-US" altLang="ja-JP" dirty="0"/>
          </a:p>
          <a:p>
            <a:pPr lvl="1"/>
            <a:r>
              <a:rPr lang="ja-JP" altLang="en-US" dirty="0"/>
              <a:t>コマンドを実行すると、</a:t>
            </a:r>
            <a:r>
              <a:rPr lang="en-US" altLang="ja-JP" dirty="0"/>
              <a:t>Git</a:t>
            </a:r>
            <a:r>
              <a:rPr lang="ja-JP" altLang="en-US" dirty="0"/>
              <a:t>の</a:t>
            </a:r>
            <a:r>
              <a:rPr lang="en-US" altLang="ja-JP" dirty="0"/>
              <a:t>GUI</a:t>
            </a:r>
            <a:r>
              <a:rPr lang="ja-JP" altLang="en-US" dirty="0"/>
              <a:t>インストーラーが自動的に起動します。画面の指示に従ってインストールを完了させてください。﻿</a:t>
            </a:r>
            <a:endParaRPr lang="en-US" altLang="ja-JP" dirty="0"/>
          </a:p>
          <a:p>
            <a:r>
              <a:rPr lang="en-US" altLang="ja-JP" sz="2400" dirty="0" err="1">
                <a:solidFill>
                  <a:schemeClr val="bg1"/>
                </a:solidFill>
                <a:highlight>
                  <a:srgbClr val="000000"/>
                </a:highlight>
                <a:latin typeface="OCR A Extended" panose="02010509020102010303" pitchFamily="50" charset="0"/>
              </a:rPr>
              <a:t>winget</a:t>
            </a:r>
            <a:r>
              <a:rPr lang="en-US" altLang="ja-JP" sz="2400" dirty="0">
                <a:solidFill>
                  <a:schemeClr val="bg1"/>
                </a:solidFill>
                <a:highlight>
                  <a:srgbClr val="000000"/>
                </a:highlight>
                <a:latin typeface="OCR A Extended" panose="02010509020102010303" pitchFamily="50" charset="0"/>
              </a:rPr>
              <a:t> install </a:t>
            </a:r>
            <a:r>
              <a:rPr lang="en-US" altLang="ja-JP" sz="2400" dirty="0" err="1">
                <a:solidFill>
                  <a:schemeClr val="bg1"/>
                </a:solidFill>
                <a:highlight>
                  <a:srgbClr val="000000"/>
                </a:highlight>
                <a:latin typeface="OCR A Extended" panose="02010509020102010303" pitchFamily="50" charset="0"/>
              </a:rPr>
              <a:t>Git.Git</a:t>
            </a:r>
            <a:endParaRPr lang="en-US" altLang="ja-JP" sz="2400" dirty="0">
              <a:solidFill>
                <a:schemeClr val="bg1"/>
              </a:solidFill>
              <a:highlight>
                <a:srgbClr val="000000"/>
              </a:highlight>
              <a:latin typeface="OCR A Extended" panose="02010509020102010303" pitchFamily="50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2731B23-62F1-38CB-3CC4-49E60176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8103" y="78105"/>
            <a:ext cx="923618" cy="7940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ctr" defTabSz="914400" rtl="0" eaLnBrk="1" latinLnBrk="0" hangingPunct="1">
              <a:defRPr kumimoji="1" sz="3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9D375BE-96FD-44E7-8906-795097D37322}" type="slidenum">
              <a:rPr lang="ja-JP" altLang="en-US" smtClean="0"/>
              <a:pPr/>
              <a:t>9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96246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4E4A4F-B9F9-55CF-1CAF-70DFD561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4</a:t>
            </a:r>
            <a:r>
              <a:rPr kumimoji="1" lang="en-US" altLang="ja-JP" dirty="0"/>
              <a:t>.</a:t>
            </a:r>
            <a:r>
              <a:rPr kumimoji="1" lang="ja-JP" altLang="en-US" dirty="0"/>
              <a:t>リポジトリダウンロード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50C09D-3412-E34D-F1AD-BA794574C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782300" cy="476950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ja-JP" dirty="0"/>
              <a:t>PowerShell</a:t>
            </a:r>
            <a:r>
              <a:rPr lang="ja-JP" altLang="en-US" dirty="0"/>
              <a:t>を開く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en-US" altLang="ja-JP" dirty="0"/>
              <a:t> </a:t>
            </a:r>
            <a:r>
              <a:rPr lang="en-US" altLang="ja-JP" dirty="0">
                <a:latin typeface="Wingdings" panose="05000000000000000000" pitchFamily="2" charset="2"/>
              </a:rPr>
              <a:t>ÿ</a:t>
            </a:r>
            <a:r>
              <a:rPr lang="en-US" altLang="ja-JP" dirty="0"/>
              <a:t>(Windows)+R</a:t>
            </a:r>
            <a:r>
              <a:rPr lang="ja-JP" altLang="en-US" dirty="0"/>
              <a:t>を押す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ja-JP" altLang="en-US" dirty="0"/>
              <a:t>ファイル名を指定して実行 に</a:t>
            </a:r>
            <a:r>
              <a:rPr lang="en-US" altLang="ja-JP" dirty="0"/>
              <a:t>`</a:t>
            </a:r>
            <a:r>
              <a:rPr lang="en-US" altLang="ja-JP" dirty="0" err="1">
                <a:latin typeface="Consolas" panose="020B0609020204030204" pitchFamily="49" charset="0"/>
              </a:rPr>
              <a:t>pwsh</a:t>
            </a:r>
            <a:r>
              <a:rPr lang="en-US" altLang="ja-JP" dirty="0"/>
              <a:t>`</a:t>
            </a:r>
            <a:r>
              <a:rPr lang="ja-JP" altLang="en-US" dirty="0"/>
              <a:t>と打ち</a:t>
            </a:r>
            <a:r>
              <a:rPr lang="en-US" altLang="ja-JP" dirty="0"/>
              <a:t>`OK`</a:t>
            </a:r>
            <a:r>
              <a:rPr lang="ja-JP" altLang="en-US" dirty="0"/>
              <a:t>を押す</a:t>
            </a:r>
            <a:br>
              <a:rPr lang="en-US" altLang="ja-JP" dirty="0"/>
            </a:br>
            <a:r>
              <a:rPr lang="en-US" altLang="ja-JP" dirty="0"/>
              <a:t>PowerShell</a:t>
            </a:r>
            <a:r>
              <a:rPr lang="ja-JP" altLang="en-US" dirty="0"/>
              <a:t>が開きます。</a:t>
            </a:r>
            <a:br>
              <a:rPr lang="en-US" altLang="ja-JP" dirty="0"/>
            </a:b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dirty="0"/>
              <a:t>以下のコマンドを打つ</a:t>
            </a:r>
            <a:br>
              <a:rPr lang="en-US" altLang="ja-JP" dirty="0"/>
            </a:br>
            <a:r>
              <a:rPr lang="en-US" altLang="ja-JP" sz="24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%USERPROFILE%\Desktop &amp;&amp; git clone </a:t>
            </a:r>
            <a:r>
              <a:rPr lang="en-US" altLang="ja-JP" sz="2400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  <a:hlinkClick r:id="rId2"/>
              </a:rPr>
              <a:t>https://github.com/SanaeProject/CFMS/</a:t>
            </a:r>
            <a:endParaRPr lang="en-US" altLang="ja-JP" sz="2400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endParaRPr kumimoji="1" lang="ja-JP" altLang="en-US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64601E-A0D5-E9CD-0582-8C00EED33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5</a:t>
            </a:r>
            <a:r>
              <a:rPr kumimoji="1" lang="en-US" altLang="ja-JP" dirty="0"/>
              <a:t>.ENV</a:t>
            </a:r>
            <a:r>
              <a:rPr kumimoji="1" lang="ja-JP" altLang="en-US" dirty="0"/>
              <a:t>ファイルを用意する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0ED4CC-9225-4470-2D62-0E8EE750C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7459"/>
            <a:ext cx="10887076" cy="4769504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コマンドプロンプトを開く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en-US" altLang="ja-JP" dirty="0"/>
              <a:t> </a:t>
            </a:r>
            <a:r>
              <a:rPr lang="en-US" altLang="ja-JP" dirty="0">
                <a:latin typeface="Wingdings" panose="05000000000000000000" pitchFamily="2" charset="2"/>
              </a:rPr>
              <a:t>ÿ</a:t>
            </a:r>
            <a:r>
              <a:rPr lang="en-US" altLang="ja-JP" dirty="0"/>
              <a:t>(Windows)+R</a:t>
            </a:r>
            <a:r>
              <a:rPr lang="ja-JP" altLang="en-US" dirty="0"/>
              <a:t>を押す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ja-JP" altLang="en-US" dirty="0"/>
              <a:t> ファイル名を指定して実行 に</a:t>
            </a:r>
            <a:r>
              <a:rPr lang="en-US" altLang="ja-JP" dirty="0"/>
              <a:t>`</a:t>
            </a:r>
            <a:r>
              <a:rPr lang="en-US" altLang="ja-JP" dirty="0" err="1">
                <a:latin typeface="Consolas" panose="020B0609020204030204" pitchFamily="49" charset="0"/>
              </a:rPr>
              <a:t>pwsh</a:t>
            </a:r>
            <a:r>
              <a:rPr lang="en-US" altLang="ja-JP" dirty="0"/>
              <a:t>`</a:t>
            </a:r>
            <a:r>
              <a:rPr lang="ja-JP" altLang="en-US" dirty="0"/>
              <a:t>と打ち</a:t>
            </a:r>
            <a:r>
              <a:rPr lang="en-US" altLang="ja-JP" dirty="0"/>
              <a:t>`OK`</a:t>
            </a:r>
            <a:r>
              <a:rPr lang="ja-JP" altLang="en-US" dirty="0"/>
              <a:t>を押す</a:t>
            </a:r>
            <a:endParaRPr lang="en-US" altLang="ja-JP" dirty="0"/>
          </a:p>
          <a:p>
            <a:pPr marL="514350" indent="-514350">
              <a:buFont typeface="+mj-lt"/>
              <a:buAutoNum type="arabicPeriod"/>
            </a:pPr>
            <a:r>
              <a:rPr lang="ja-JP" altLang="en-US" dirty="0"/>
              <a:t>コマンドプロンプトで以下のコマンドを実行</a:t>
            </a:r>
            <a:endParaRPr lang="en-US" altLang="ja-JP" dirty="0"/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%USERPROFILE%\Desktop\CFMS &amp;&amp; @'</a:t>
            </a: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DB_NAME=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cfms_db</a:t>
            </a:r>
            <a:endParaRPr lang="en-US" altLang="ja-JP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DB_USER=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cfms_user</a:t>
            </a:r>
            <a:endParaRPr lang="en-US" altLang="ja-JP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DB_PASS=</a:t>
            </a:r>
            <a:r>
              <a:rPr lang="ja-JP" altLang="en-US" u="sng" dirty="0">
                <a:solidFill>
                  <a:srgbClr val="92D050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パスワード</a:t>
            </a:r>
            <a:endParaRPr lang="en-US" altLang="ja-JP" u="sng" dirty="0">
              <a:solidFill>
                <a:srgbClr val="92D050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DB_HOST=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db</a:t>
            </a:r>
            <a:endParaRPr lang="en-US" altLang="ja-JP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DB_PORT=3306</a:t>
            </a: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DB_ROOT_PASS=</a:t>
            </a:r>
            <a:r>
              <a:rPr lang="ja-JP" altLang="en-US" u="sng" dirty="0">
                <a:solidFill>
                  <a:srgbClr val="92D050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ルートパスワード</a:t>
            </a:r>
            <a:endParaRPr lang="en-US" altLang="ja-JP" u="sng" dirty="0">
              <a:solidFill>
                <a:srgbClr val="92D050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BACKEND_PORT=8443</a:t>
            </a:r>
          </a:p>
          <a:p>
            <a:pPr marL="219075" lvl="1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FRONTEND_PORT=80'@ | Set-Content .env -Encoding utf8</a:t>
            </a:r>
          </a:p>
        </p:txBody>
      </p:sp>
    </p:spTree>
    <p:extLst>
      <p:ext uri="{BB962C8B-B14F-4D97-AF65-F5344CB8AC3E}">
        <p14:creationId xmlns:p14="http://schemas.microsoft.com/office/powerpoint/2010/main" val="3177315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006771-8E72-1B16-F3C1-A26C98A9B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6</a:t>
            </a:r>
            <a:r>
              <a:rPr kumimoji="1" lang="en-US" altLang="ja-JP"/>
              <a:t>.</a:t>
            </a:r>
            <a:r>
              <a:rPr kumimoji="1" lang="ja-JP" altLang="en-US" dirty="0"/>
              <a:t>実行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9D58FE-7532-61AB-7B80-FA15F77C6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コンテナを一括で構築する。</a:t>
            </a: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ja-JP" altLang="en-US" dirty="0"/>
              <a:t>コマンドプロンプトを開く</a:t>
            </a:r>
            <a:endParaRPr lang="en-US" altLang="ja-JP" dirty="0"/>
          </a:p>
          <a:p>
            <a:pPr marL="1428750" lvl="2" indent="-514350">
              <a:buFont typeface="+mj-lt"/>
              <a:buAutoNum type="arabicPeriod"/>
            </a:pPr>
            <a:r>
              <a:rPr lang="en-US" altLang="ja-JP" dirty="0"/>
              <a:t> </a:t>
            </a:r>
            <a:r>
              <a:rPr lang="en-US" altLang="ja-JP" dirty="0">
                <a:latin typeface="Wingdings" panose="05000000000000000000" pitchFamily="2" charset="2"/>
              </a:rPr>
              <a:t>ÿ</a:t>
            </a:r>
            <a:r>
              <a:rPr lang="en-US" altLang="ja-JP" dirty="0"/>
              <a:t>(Windows)+R</a:t>
            </a:r>
            <a:r>
              <a:rPr lang="ja-JP" altLang="en-US" dirty="0"/>
              <a:t>を押す</a:t>
            </a:r>
            <a:endParaRPr lang="en-US" altLang="ja-JP" dirty="0"/>
          </a:p>
          <a:p>
            <a:pPr marL="1428750" lvl="2" indent="-514350">
              <a:buFont typeface="+mj-lt"/>
              <a:buAutoNum type="arabicPeriod"/>
            </a:pPr>
            <a:r>
              <a:rPr lang="ja-JP" altLang="en-US" dirty="0"/>
              <a:t> ファイル名を指定して実行 に</a:t>
            </a:r>
            <a:r>
              <a:rPr lang="en-US" altLang="ja-JP" dirty="0"/>
              <a:t>`</a:t>
            </a:r>
            <a:r>
              <a:rPr lang="en-US" altLang="ja-JP" dirty="0" err="1">
                <a:latin typeface="Consolas" panose="020B0609020204030204" pitchFamily="49" charset="0"/>
              </a:rPr>
              <a:t>pwsh</a:t>
            </a:r>
            <a:r>
              <a:rPr lang="en-US" altLang="ja-JP" dirty="0"/>
              <a:t>`</a:t>
            </a:r>
            <a:r>
              <a:rPr lang="ja-JP" altLang="en-US" dirty="0"/>
              <a:t>と打ち</a:t>
            </a:r>
            <a:r>
              <a:rPr lang="en-US" altLang="ja-JP" dirty="0"/>
              <a:t>`OK`</a:t>
            </a:r>
            <a:r>
              <a:rPr lang="ja-JP" altLang="en-US" dirty="0"/>
              <a:t>を押す</a:t>
            </a:r>
            <a:br>
              <a:rPr lang="en-US" altLang="ja-JP" dirty="0"/>
            </a:br>
            <a:endParaRPr lang="en-US" altLang="ja-JP" dirty="0"/>
          </a:p>
          <a:p>
            <a:pPr marL="733425" lvl="1" indent="-514350">
              <a:buFont typeface="+mj-lt"/>
              <a:buAutoNum type="arabicPeriod"/>
            </a:pPr>
            <a:r>
              <a:rPr lang="ja-JP" altLang="en-US" dirty="0"/>
              <a:t>コマンドプロンプトで以下のコマンドを実行</a:t>
            </a:r>
            <a:br>
              <a:rPr lang="en-US" altLang="ja-JP" dirty="0"/>
            </a:br>
            <a:endParaRPr lang="en-US" altLang="ja-JP" dirty="0"/>
          </a:p>
          <a:p>
            <a:pPr marL="914400" lvl="2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cd %USERPROFILE%\Desktop\CFMS &amp;&amp; docker compose up –d &amp;&amp; docker compose exec web 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sh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-c "composer install &amp;&amp; vendor/bin/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phinx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migrate &amp;&amp; vendor/bin/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phinx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 </a:t>
            </a:r>
            <a:r>
              <a:rPr lang="en-US" altLang="ja-JP" dirty="0" err="1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seed:run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"</a:t>
            </a:r>
            <a:b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</a:br>
            <a:endParaRPr lang="en-US" altLang="ja-JP" dirty="0">
              <a:solidFill>
                <a:schemeClr val="bg1"/>
              </a:solidFill>
              <a:highlight>
                <a:srgbClr val="000000"/>
              </a:highlight>
              <a:latin typeface="Consolas" panose="020B0609020204030204" pitchFamily="49" charset="0"/>
            </a:endParaRPr>
          </a:p>
          <a:p>
            <a:pPr marL="914400" lvl="2" indent="0">
              <a:lnSpc>
                <a:spcPts val="2300"/>
              </a:lnSpc>
              <a:buNone/>
            </a:pPr>
            <a:r>
              <a:rPr lang="en-US" altLang="ja-JP" dirty="0">
                <a:solidFill>
                  <a:srgbClr val="000000"/>
                </a:solidFill>
                <a:latin typeface="Consolas" panose="020B0609020204030204" pitchFamily="49" charset="0"/>
              </a:rPr>
              <a:t>* </a:t>
            </a:r>
            <a:r>
              <a:rPr lang="ja-JP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次回以降は</a:t>
            </a:r>
            <a:r>
              <a:rPr lang="en-US" altLang="ja-JP" dirty="0">
                <a:solidFill>
                  <a:schemeClr val="bg1"/>
                </a:solidFill>
                <a:highlight>
                  <a:srgbClr val="000000"/>
                </a:highlight>
                <a:latin typeface="Consolas" panose="020B0609020204030204" pitchFamily="49" charset="0"/>
              </a:rPr>
              <a:t>docker compose up</a:t>
            </a:r>
            <a:r>
              <a:rPr lang="ja-JP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のみで実行します。</a:t>
            </a:r>
            <a:endParaRPr lang="en-US" altLang="ja-JP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195109"/>
      </p:ext>
    </p:extLst>
  </p:cSld>
  <p:clrMapOvr>
    <a:masterClrMapping/>
  </p:clrMapOvr>
</p:sld>
</file>

<file path=ppt/theme/theme1.xml><?xml version="1.0" encoding="utf-8"?>
<a:theme xmlns:a="http://schemas.openxmlformats.org/drawingml/2006/main" name="ラグジュアリー">
  <a:themeElements>
    <a:clrScheme name="クラシック・ラスベガス">
      <a:dk1>
        <a:srgbClr val="1A1517"/>
      </a:dk1>
      <a:lt1>
        <a:srgbClr val="FAF8F5"/>
      </a:lt1>
      <a:dk2>
        <a:srgbClr val="454551"/>
      </a:dk2>
      <a:lt2>
        <a:srgbClr val="F0EAE1"/>
      </a:lt2>
      <a:accent1>
        <a:srgbClr val="D4AF37"/>
      </a:accent1>
      <a:accent2>
        <a:srgbClr val="C0262D"/>
      </a:accent2>
      <a:accent3>
        <a:srgbClr val="0F382C"/>
      </a:accent3>
      <a:accent4>
        <a:srgbClr val="8C6D2B"/>
      </a:accent4>
      <a:accent5>
        <a:srgbClr val="7A6E67"/>
      </a:accent5>
      <a:accent6>
        <a:srgbClr val="E83E8C"/>
      </a:accent6>
      <a:hlink>
        <a:srgbClr val="1D6F8A"/>
      </a:hlink>
      <a:folHlink>
        <a:srgbClr val="6C3483"/>
      </a:folHlink>
    </a:clrScheme>
    <a:fontScheme name="ユーザー定義 5">
      <a:majorFont>
        <a:latin typeface="Arial"/>
        <a:ea typeface="メイリオ"/>
        <a:cs typeface=""/>
      </a:majorFont>
      <a:minorFont>
        <a:latin typeface="Roboto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ラグジュアリー" id="{08244081-415D-4C7E-B561-005C53913736}" vid="{B31AE439-E3A1-4470-92C4-B5CBBDAEF570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ラグジュアリー</Template>
  <TotalTime>14</TotalTime>
  <Words>657</Words>
  <Application>Microsoft Office PowerPoint</Application>
  <PresentationFormat>ワイド画面</PresentationFormat>
  <Paragraphs>88</Paragraphs>
  <Slides>12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2" baseType="lpstr">
      <vt:lpstr>Noto Sans JP</vt:lpstr>
      <vt:lpstr>Noto Sans JP Medium</vt:lpstr>
      <vt:lpstr>Shippori Mincho</vt:lpstr>
      <vt:lpstr>游ゴシック</vt:lpstr>
      <vt:lpstr>Arial</vt:lpstr>
      <vt:lpstr>Consolas</vt:lpstr>
      <vt:lpstr>OCR A Extended</vt:lpstr>
      <vt:lpstr>Roboto</vt:lpstr>
      <vt:lpstr>Wingdings</vt:lpstr>
      <vt:lpstr>ラグジュアリー</vt:lpstr>
      <vt:lpstr>環境構築手順書</vt:lpstr>
      <vt:lpstr>システム概要図</vt:lpstr>
      <vt:lpstr>1.WSLインストール</vt:lpstr>
      <vt:lpstr>2.Dockerインストール</vt:lpstr>
      <vt:lpstr>2.Dockerインストール</vt:lpstr>
      <vt:lpstr>2.Dockerインストール</vt:lpstr>
      <vt:lpstr>2.Dockerインストール</vt:lpstr>
      <vt:lpstr>2.Dockerインストール</vt:lpstr>
      <vt:lpstr>3.Gitインストール</vt:lpstr>
      <vt:lpstr>4.リポジトリダウンロード</vt:lpstr>
      <vt:lpstr>5.ENVファイルを用意する</vt:lpstr>
      <vt:lpstr>6.実行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CTA24 乙成 隼士</dc:creator>
  <cp:lastModifiedBy>CTA24 乙成 隼士</cp:lastModifiedBy>
  <cp:revision>4</cp:revision>
  <dcterms:created xsi:type="dcterms:W3CDTF">2026-10-16T04:38:14Z</dcterms:created>
  <dcterms:modified xsi:type="dcterms:W3CDTF">2026-10-19T00:43:15Z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504514-6e13-49d7-8203-001e97ae7662_Enabled">
    <vt:lpwstr>true</vt:lpwstr>
  </property>
  <property fmtid="{D5CDD505-2E9C-101B-9397-08002B2CF9AE}" pid="3" name="MSIP_Label_9f504514-6e13-49d7-8203-001e97ae7662_SetDate">
    <vt:lpwstr>2026-10-16T12:12:40Z</vt:lpwstr>
  </property>
  <property fmtid="{D5CDD505-2E9C-101B-9397-08002B2CF9AE}" pid="4" name="MSIP_Label_9f504514-6e13-49d7-8203-001e97ae7662_Method">
    <vt:lpwstr>Standard</vt:lpwstr>
  </property>
  <property fmtid="{D5CDD505-2E9C-101B-9397-08002B2CF9AE}" pid="5" name="MSIP_Label_9f504514-6e13-49d7-8203-001e97ae7662_Name">
    <vt:lpwstr>defa4170-0d19-0005-0004-bc88714345d2</vt:lpwstr>
  </property>
  <property fmtid="{D5CDD505-2E9C-101B-9397-08002B2CF9AE}" pid="6" name="MSIP_Label_9f504514-6e13-49d7-8203-001e97ae7662_SiteId">
    <vt:lpwstr>1a0fe579-7f10-4395-ac1e-6c52a1509b88</vt:lpwstr>
  </property>
  <property fmtid="{D5CDD505-2E9C-101B-9397-08002B2CF9AE}" pid="7" name="MSIP_Label_9f504514-6e13-49d7-8203-001e97ae7662_ActionId">
    <vt:lpwstr>2cb9cff6-6638-4d34-b958-4ffddcfbdd7f</vt:lpwstr>
  </property>
  <property fmtid="{D5CDD505-2E9C-101B-9397-08002B2CF9AE}" pid="8" name="MSIP_Label_9f504514-6e13-49d7-8203-001e97ae7662_ContentBits">
    <vt:lpwstr>0</vt:lpwstr>
  </property>
  <property fmtid="{D5CDD505-2E9C-101B-9397-08002B2CF9AE}" pid="9" name="MSIP_Label_9f504514-6e13-49d7-8203-001e97ae7662_Tag">
    <vt:lpwstr>10, 3, 0, 1</vt:lpwstr>
  </property>
</Properties>
</file>